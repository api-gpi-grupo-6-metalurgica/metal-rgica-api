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</p:sldMasterIdLst>
  <p:sldIdLst>
    <p:sldId id="257" r:id="rId5"/>
    <p:sldId id="256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1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32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00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21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20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53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39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94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8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72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84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180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144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978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516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82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5F3B9-FDB2-4E83-BCE3-70E9E7DD668A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593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13954" y="4343349"/>
            <a:ext cx="63311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 API TURMA GPI 1º SEMESTRE 2025</a:t>
            </a:r>
          </a:p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CADEIA PRODUTIVA: METALÚRGICA (USINAGEM)</a:t>
            </a:r>
          </a:p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PROFESSOR: RUBENS BARRETO DA SILVA</a:t>
            </a:r>
          </a:p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CLIENTE: MARCUS VINICIUS</a:t>
            </a:r>
          </a:p>
        </p:txBody>
      </p:sp>
      <p:pic>
        <p:nvPicPr>
          <p:cNvPr id="1028" name="Picture 4" descr="Fatec SJ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74" y="706920"/>
            <a:ext cx="6571797" cy="177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/>
          <p:cNvSpPr/>
          <p:nvPr/>
        </p:nvSpPr>
        <p:spPr>
          <a:xfrm>
            <a:off x="6328365" y="4219202"/>
            <a:ext cx="6331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EQUIPE 6 – Integrantes: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Anderson Santos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Owner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José Sérgio dos Santos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Master)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Luis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Carlos Santos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Team)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Sebastião Leandro de Araújo Tavares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Team)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633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883334" y="2390503"/>
            <a:ext cx="2913015" cy="20835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</a:t>
            </a:r>
          </a:p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 – 1º Semestre 2025</a:t>
            </a:r>
            <a:endParaRPr lang="pt-BR" sz="2400" dirty="0"/>
          </a:p>
        </p:txBody>
      </p:sp>
      <p:sp>
        <p:nvSpPr>
          <p:cNvPr id="6" name="Elipse 5"/>
          <p:cNvSpPr/>
          <p:nvPr/>
        </p:nvSpPr>
        <p:spPr>
          <a:xfrm>
            <a:off x="67492" y="152400"/>
            <a:ext cx="4318242" cy="17016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pt-B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Definir o objetivo da pesquisa: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Importação ou Exportação serão analisados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Qual período será considerado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7" name="Elipse 6"/>
          <p:cNvSpPr/>
          <p:nvPr/>
        </p:nvSpPr>
        <p:spPr>
          <a:xfrm>
            <a:off x="8096795" y="-11304"/>
            <a:ext cx="3958045" cy="2008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Aplicar os Filtros: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Selecionar “municípios” (SJC, Caçapa, Jacareí).[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Definir Anos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Filtrar por NCM</a:t>
            </a:r>
          </a:p>
        </p:txBody>
      </p:sp>
      <p:sp>
        <p:nvSpPr>
          <p:cNvPr id="8" name="Elipse 7"/>
          <p:cNvSpPr/>
          <p:nvPr/>
        </p:nvSpPr>
        <p:spPr>
          <a:xfrm>
            <a:off x="8220894" y="2425688"/>
            <a:ext cx="3879669" cy="18581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Analisar os resultados: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Identificar o produto.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Avaliar os valores e volumes.</a:t>
            </a:r>
          </a:p>
        </p:txBody>
      </p:sp>
      <p:sp>
        <p:nvSpPr>
          <p:cNvPr id="9" name="Elipse 8"/>
          <p:cNvSpPr/>
          <p:nvPr/>
        </p:nvSpPr>
        <p:spPr>
          <a:xfrm>
            <a:off x="8175171" y="4835662"/>
            <a:ext cx="3879669" cy="16524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Exportar os dados: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Gerar tabela e gráfico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Baixar os arquivos em Excel o CSV</a:t>
            </a:r>
          </a:p>
        </p:txBody>
      </p:sp>
      <p:sp>
        <p:nvSpPr>
          <p:cNvPr id="12" name="Elipse 11"/>
          <p:cNvSpPr/>
          <p:nvPr/>
        </p:nvSpPr>
        <p:spPr>
          <a:xfrm>
            <a:off x="213360" y="2390503"/>
            <a:ext cx="4047309" cy="16534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Acessar o site do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Comex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https://comexstat.mdic.gov.br</a:t>
            </a:r>
          </a:p>
        </p:txBody>
      </p:sp>
      <p:sp>
        <p:nvSpPr>
          <p:cNvPr id="13" name="Elipse 12"/>
          <p:cNvSpPr/>
          <p:nvPr/>
        </p:nvSpPr>
        <p:spPr>
          <a:xfrm>
            <a:off x="137161" y="4749957"/>
            <a:ext cx="4536440" cy="19556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Organizar os dados para trabalho: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Dividir por cidades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Fazer comparações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Preparar para apresentação</a:t>
            </a:r>
          </a:p>
        </p:txBody>
      </p:sp>
      <p:cxnSp>
        <p:nvCxnSpPr>
          <p:cNvPr id="15" name="Conector reto 14"/>
          <p:cNvCxnSpPr/>
          <p:nvPr/>
        </p:nvCxnSpPr>
        <p:spPr>
          <a:xfrm>
            <a:off x="4260669" y="1308192"/>
            <a:ext cx="1251857" cy="1204957"/>
          </a:xfrm>
          <a:prstGeom prst="line">
            <a:avLst/>
          </a:prstGeom>
          <a:ln w="635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H="1">
            <a:off x="7053943" y="1308192"/>
            <a:ext cx="1121228" cy="1204957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cxnSpLocks/>
            <a:endCxn id="4" idx="2"/>
          </p:cNvCxnSpPr>
          <p:nvPr/>
        </p:nvCxnSpPr>
        <p:spPr>
          <a:xfrm>
            <a:off x="4260669" y="3249016"/>
            <a:ext cx="622665" cy="18325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cxnSpLocks/>
          </p:cNvCxnSpPr>
          <p:nvPr/>
        </p:nvCxnSpPr>
        <p:spPr>
          <a:xfrm flipH="1">
            <a:off x="7796349" y="3386561"/>
            <a:ext cx="424545" cy="108914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cxnSpLocks/>
          </p:cNvCxnSpPr>
          <p:nvPr/>
        </p:nvCxnSpPr>
        <p:spPr>
          <a:xfrm flipV="1">
            <a:off x="4673601" y="4270625"/>
            <a:ext cx="838925" cy="138095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 flipH="1" flipV="1">
            <a:off x="7129054" y="4270625"/>
            <a:ext cx="1046117" cy="123444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20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905933" y="575733"/>
            <a:ext cx="1881053" cy="1168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1º Sprint – 06/10/25</a:t>
            </a:r>
          </a:p>
        </p:txBody>
      </p:sp>
      <p:sp>
        <p:nvSpPr>
          <p:cNvPr id="3" name="Elipse 2"/>
          <p:cNvSpPr/>
          <p:nvPr/>
        </p:nvSpPr>
        <p:spPr>
          <a:xfrm>
            <a:off x="4080933" y="267791"/>
            <a:ext cx="3302000" cy="1763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Apresentar como os dados serão coletados e quando as demais serão entregues.</a:t>
            </a:r>
          </a:p>
        </p:txBody>
      </p:sp>
      <p:cxnSp>
        <p:nvCxnSpPr>
          <p:cNvPr id="5" name="Conector reto 4"/>
          <p:cNvCxnSpPr>
            <a:cxnSpLocks/>
            <a:stCxn id="2" idx="6"/>
            <a:endCxn id="3" idx="2"/>
          </p:cNvCxnSpPr>
          <p:nvPr/>
        </p:nvCxnSpPr>
        <p:spPr>
          <a:xfrm flipV="1">
            <a:off x="2786986" y="1149534"/>
            <a:ext cx="1293947" cy="10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8817429" y="288834"/>
            <a:ext cx="1881052" cy="1742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2º Sprint – 24/10/25</a:t>
            </a:r>
          </a:p>
        </p:txBody>
      </p:sp>
      <p:sp>
        <p:nvSpPr>
          <p:cNvPr id="7" name="Elipse 6"/>
          <p:cNvSpPr/>
          <p:nvPr/>
        </p:nvSpPr>
        <p:spPr>
          <a:xfrm>
            <a:off x="8108767" y="3037115"/>
            <a:ext cx="3431299" cy="1149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Apresentar coletas dos dados no Power BI ou Python</a:t>
            </a:r>
          </a:p>
        </p:txBody>
      </p:sp>
      <p:cxnSp>
        <p:nvCxnSpPr>
          <p:cNvPr id="9" name="Conector reto 8"/>
          <p:cNvCxnSpPr>
            <a:cxnSpLocks/>
            <a:stCxn id="6" idx="4"/>
            <a:endCxn id="7" idx="0"/>
          </p:cNvCxnSpPr>
          <p:nvPr/>
        </p:nvCxnSpPr>
        <p:spPr>
          <a:xfrm>
            <a:off x="9757955" y="2031276"/>
            <a:ext cx="66462" cy="10058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cxnSpLocks/>
            <a:stCxn id="3" idx="6"/>
            <a:endCxn id="6" idx="2"/>
          </p:cNvCxnSpPr>
          <p:nvPr/>
        </p:nvCxnSpPr>
        <p:spPr>
          <a:xfrm>
            <a:off x="7382933" y="1149534"/>
            <a:ext cx="1434496" cy="105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633437" y="2751667"/>
            <a:ext cx="2196498" cy="16480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3º Sprint – 14/11/25</a:t>
            </a:r>
          </a:p>
        </p:txBody>
      </p:sp>
      <p:cxnSp>
        <p:nvCxnSpPr>
          <p:cNvPr id="14" name="Conector reto 13"/>
          <p:cNvCxnSpPr>
            <a:cxnSpLocks/>
            <a:stCxn id="7" idx="2"/>
            <a:endCxn id="12" idx="6"/>
          </p:cNvCxnSpPr>
          <p:nvPr/>
        </p:nvCxnSpPr>
        <p:spPr>
          <a:xfrm flipH="1" flipV="1">
            <a:off x="6829935" y="3575714"/>
            <a:ext cx="1278832" cy="361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615284" y="2751666"/>
            <a:ext cx="2462350" cy="16480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Apresentar para 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Cavali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" name="Conector reto 26"/>
          <p:cNvCxnSpPr>
            <a:cxnSpLocks/>
            <a:stCxn id="12" idx="2"/>
            <a:endCxn id="23" idx="6"/>
          </p:cNvCxnSpPr>
          <p:nvPr/>
        </p:nvCxnSpPr>
        <p:spPr>
          <a:xfrm flipH="1" flipV="1">
            <a:off x="3077634" y="3575713"/>
            <a:ext cx="155580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532125" y="5037666"/>
            <a:ext cx="2380407" cy="1532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4º Sprint – 04/12/25</a:t>
            </a:r>
          </a:p>
        </p:txBody>
      </p:sp>
      <p:cxnSp>
        <p:nvCxnSpPr>
          <p:cNvPr id="30" name="Conector reto 29"/>
          <p:cNvCxnSpPr>
            <a:cxnSpLocks/>
          </p:cNvCxnSpPr>
          <p:nvPr/>
        </p:nvCxnSpPr>
        <p:spPr>
          <a:xfrm flipH="1">
            <a:off x="1819550" y="4399759"/>
            <a:ext cx="10701" cy="6379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3759501" y="4844870"/>
            <a:ext cx="4069082" cy="1918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Conclusão: Apresentar na feira de solução.</a:t>
            </a:r>
          </a:p>
        </p:txBody>
      </p:sp>
      <p:cxnSp>
        <p:nvCxnSpPr>
          <p:cNvPr id="33" name="Conector reto 32"/>
          <p:cNvCxnSpPr>
            <a:cxnSpLocks/>
            <a:stCxn id="28" idx="6"/>
            <a:endCxn id="31" idx="2"/>
          </p:cNvCxnSpPr>
          <p:nvPr/>
        </p:nvCxnSpPr>
        <p:spPr>
          <a:xfrm>
            <a:off x="2912532" y="5804141"/>
            <a:ext cx="84696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1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4ECB9DE-D53C-45FC-B3FF-31EB68BB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" y="1215887"/>
            <a:ext cx="12031134" cy="553204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7EDB52B-C649-4913-891B-C7777D9BE8A9}"/>
              </a:ext>
            </a:extLst>
          </p:cNvPr>
          <p:cNvSpPr txBox="1"/>
          <p:nvPr/>
        </p:nvSpPr>
        <p:spPr>
          <a:xfrm>
            <a:off x="0" y="5080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Ferramenta de Gestão GANTT</a:t>
            </a:r>
          </a:p>
        </p:txBody>
      </p:sp>
    </p:spTree>
    <p:extLst>
      <p:ext uri="{BB962C8B-B14F-4D97-AF65-F5344CB8AC3E}">
        <p14:creationId xmlns:p14="http://schemas.microsoft.com/office/powerpoint/2010/main" val="139773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748F59B-5085-48BE-B22F-C2144C1795C9}"/>
              </a:ext>
            </a:extLst>
          </p:cNvPr>
          <p:cNvSpPr txBox="1"/>
          <p:nvPr/>
        </p:nvSpPr>
        <p:spPr>
          <a:xfrm>
            <a:off x="0" y="381056"/>
            <a:ext cx="1219199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000" b="1" dirty="0"/>
              <a:t>Ferramenta de Gestão 5W2H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4AA317-F0F6-223F-3384-4222BE2FA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" y="2057401"/>
            <a:ext cx="12115799" cy="314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54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B98F5B-CC79-446D-8976-B5585318BE08}"/>
              </a:ext>
            </a:extLst>
          </p:cNvPr>
          <p:cNvSpPr txBox="1"/>
          <p:nvPr/>
        </p:nvSpPr>
        <p:spPr>
          <a:xfrm>
            <a:off x="1794933" y="393700"/>
            <a:ext cx="833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Backlog do produto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5CBAB6-25F8-5F55-EAEF-CBFF9F55E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" y="928076"/>
            <a:ext cx="12086437" cy="585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26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4ed022-6705-4cac-96bf-fa54c8b590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B7893C5F07942BCF73DDC6B37CDD7" ma:contentTypeVersion="9" ma:contentTypeDescription="Create a new document." ma:contentTypeScope="" ma:versionID="97f602836fcf1a1cdc9f602b7af7ffc3">
  <xsd:schema xmlns:xsd="http://www.w3.org/2001/XMLSchema" xmlns:xs="http://www.w3.org/2001/XMLSchema" xmlns:p="http://schemas.microsoft.com/office/2006/metadata/properties" xmlns:ns3="8b4ed022-6705-4cac-96bf-fa54c8b5900a" targetNamespace="http://schemas.microsoft.com/office/2006/metadata/properties" ma:root="true" ma:fieldsID="6609e7cb5beb52825fa50237b7a43221" ns3:_="">
    <xsd:import namespace="8b4ed022-6705-4cac-96bf-fa54c8b5900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4ed022-6705-4cac-96bf-fa54c8b5900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669982-F70E-428B-9077-6017C8A74D3B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b4ed022-6705-4cac-96bf-fa54c8b5900a"/>
  </ds:schemaRefs>
</ds:datastoreItem>
</file>

<file path=customXml/itemProps2.xml><?xml version="1.0" encoding="utf-8"?>
<ds:datastoreItem xmlns:ds="http://schemas.openxmlformats.org/officeDocument/2006/customXml" ds:itemID="{A62FB3ED-DBBF-4A46-8B1D-29C7C77595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1F888B-8C18-4EE7-BAE1-36DB75DD56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4ed022-6705-4cac-96bf-fa54c8b590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426</TotalTime>
  <Words>232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</dc:creator>
  <cp:lastModifiedBy>ANDERSON SANTOS</cp:lastModifiedBy>
  <cp:revision>38</cp:revision>
  <dcterms:created xsi:type="dcterms:W3CDTF">2025-10-03T16:31:10Z</dcterms:created>
  <dcterms:modified xsi:type="dcterms:W3CDTF">2025-10-05T18:31:24Z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0x010100662B7893C5F07942BCF73DDC6B37CDD7</vt:lpwstr>
  </property>
</Properties>
</file>